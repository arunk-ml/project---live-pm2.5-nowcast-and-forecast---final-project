
<file path=[Content_Types].xml><?xml version="1.0" encoding="utf-8"?>
<Types xmlns="http://schemas.openxmlformats.org/package/2006/content-types">
  <Default Extension="png" ContentType="image/png"/>
  <Default Extension="tmp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4"/>
  </p:sldMasterIdLst>
  <p:sldIdLst>
    <p:sldId id="308" r:id="rId5"/>
    <p:sldId id="301" r:id="rId6"/>
    <p:sldId id="302" r:id="rId7"/>
    <p:sldId id="303" r:id="rId8"/>
    <p:sldId id="304" r:id="rId9"/>
    <p:sldId id="305" r:id="rId10"/>
    <p:sldId id="306" r:id="rId11"/>
    <p:sldId id="307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19" autoAdjust="0"/>
  </p:normalViewPr>
  <p:slideViewPr>
    <p:cSldViewPr snapToGrid="0">
      <p:cViewPr varScale="1">
        <p:scale>
          <a:sx n="110" d="100"/>
          <a:sy n="110" d="100"/>
        </p:scale>
        <p:origin x="594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presProps" Target="presProp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2" Type="http://schemas.openxmlformats.org/officeDocument/2006/relationships/customXml" Target="../customXml/item2.xml"/><Relationship Id="rId16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theme" Target="theme/theme1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xmlns="" id="{39E3965E-AC41-4711-9D10-E25ABB132D86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90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645152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1"/>
                </a:solidFill>
                <a:latin typeface="+mn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xmlns="" id="{1F5DC8C3-BA5F-4EED-BB9A-A14272BD82A1}"/>
              </a:ext>
            </a:extLst>
          </p:cNvPr>
          <p:cNvCxnSpPr/>
          <p:nvPr/>
        </p:nvCxnSpPr>
        <p:spPr>
          <a:xfrm>
            <a:off x="1207658" y="4474741"/>
            <a:ext cx="987552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9925CCF1-92C0-4AF3-BFAF-4921631915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84DA70-C731-4C70-880D-CCD4705E623C}" type="datetime1">
              <a:rPr lang="en-US" smtClean="0"/>
              <a:t>12/3/2025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051A78A9-3DFF-4937-A9F2-5D8CF495F3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5FAEB271-5CC0-4759-BC6E-8BE53AB227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2343750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xmlns="" id="{354D8B55-9EA8-4B81-8E84-9B93B0A275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E1D723-8F53-4F53-90B0-1982A396982E}" type="datetime1">
              <a:rPr lang="en-US" smtClean="0"/>
              <a:t>12/3/2025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xmlns="" id="{062CA021-2578-47CB-822C-BDDFF7223B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xmlns="" id="{C4AAB51D-4141-4682-9375-DAFD5FB9DD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404659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xmlns="" id="{A585C21A-8B93-4657-B5DF-7EAEAD3BE127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90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663440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xmlns="" id="{459DE2C1-4C52-40A3-8959-27B2C1BEBFF6}"/>
              </a:ext>
            </a:extLst>
          </p:cNvPr>
          <p:cNvCxnSpPr/>
          <p:nvPr/>
        </p:nvCxnSpPr>
        <p:spPr>
          <a:xfrm>
            <a:off x="1207658" y="4485132"/>
            <a:ext cx="987552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>
            <a:extLst>
              <a:ext uri="{FF2B5EF4-FFF2-40B4-BE49-F238E27FC236}">
                <a16:creationId xmlns:a16="http://schemas.microsoft.com/office/drawing/2014/main" xmlns="" id="{AAF2E137-EC28-48F8-9198-1F02539029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669AF7-7BEB-44E4-9852-375E34362B5B}" type="datetime1">
              <a:rPr lang="en-US" smtClean="0"/>
              <a:t>12/3/2025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xmlns="" id="{189422CD-6F62-4DD6-89EF-07A60B42D2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xmlns="" id="{69C6AFF8-42B4-4D05-969B-9F5FB33555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627835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80" y="2120900"/>
            <a:ext cx="4639736" cy="374819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515944" y="2120900"/>
            <a:ext cx="4639736" cy="374819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xmlns="" id="{5782D47D-B0DC-4C40-BCC6-BBBA32584A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AAC38D-0552-4C82-B593-E6124DFADBE2}" type="datetime1">
              <a:rPr lang="en-US" smtClean="0"/>
              <a:t>12/3/2025</a:t>
            </a:fld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xmlns="" id="{4690D34E-7EBD-44B2-83CA-4C126A18D7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xmlns="" id="{2AC511A1-9BBD-42DE-92FB-2AF44F8E97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883595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2057400"/>
            <a:ext cx="4639736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958274"/>
            <a:ext cx="4639736" cy="291082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15944" y="2057400"/>
            <a:ext cx="4639736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515944" y="2958273"/>
            <a:ext cx="4639736" cy="291082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xmlns="" id="{8AF8A515-AA94-45D1-9223-5C2272618D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DF0F1C-5577-4ACB-BB62-DF8F3C494C7E}" type="datetime1">
              <a:rPr lang="en-US" smtClean="0"/>
              <a:t>12/3/2025</a:t>
            </a:fld>
            <a:endParaRPr lang="en-US" dirty="0"/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xmlns="" id="{D052F5BC-98E0-4D60-AD67-9547738B7D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xmlns="" id="{A38552DC-952E-41EA-AAAF-C2187523C0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6392572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xmlns="" id="{7392073F-158F-44A3-8913-917AFFC1BC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75B394-D9F9-4F0C-B15D-605F45CB9E9F}" type="datetime1">
              <a:rPr lang="en-US" smtClean="0"/>
              <a:t>12/3/2025</a:t>
            </a:fld>
            <a:endParaRPr lang="en-US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xmlns="" id="{EED72207-24CA-42B7-A975-2F8E41CBA9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xmlns="" id="{D01080F2-251A-4B88-9A62-16F46D724F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6854339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xmlns="" id="{A8E9C91B-7EAD-4562-AB0E-DFB9663AECE3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xmlns="" id="{94E9223F-721F-47BF-9FD5-0F8D12FF0D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667345-2558-425A-8533-9BFDBCE15005}" type="datetime1">
              <a:rPr lang="en-US" smtClean="0"/>
              <a:t>12/3/2025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xmlns="" id="{05915714-6BBA-4593-8591-4E26F7D58D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xmlns="" id="{BE06F857-D2E1-44DD-ABDD-EBB739645B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33937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xmlns="" id="{16D90D66-BCB9-4229-A829-628874352AC0}"/>
              </a:ext>
            </a:extLst>
          </p:cNvPr>
          <p:cNvSpPr/>
          <p:nvPr/>
        </p:nvSpPr>
        <p:spPr>
          <a:xfrm>
            <a:off x="16" y="0"/>
            <a:ext cx="4654296" cy="68580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3466" y="786383"/>
            <a:ext cx="3517567" cy="2093975"/>
          </a:xfrm>
        </p:spPr>
        <p:txBody>
          <a:bodyPr anchor="b">
            <a:normAutofit/>
          </a:bodyPr>
          <a:lstStyle>
            <a:lvl1pPr>
              <a:lnSpc>
                <a:spcPct val="90000"/>
              </a:lnSpc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58984" y="812799"/>
            <a:ext cx="5928344" cy="52947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43465" y="3043050"/>
            <a:ext cx="3517567" cy="3064505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8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43464" y="6446520"/>
            <a:ext cx="3517568" cy="365125"/>
          </a:xfrm>
        </p:spPr>
        <p:txBody>
          <a:bodyPr/>
          <a:lstStyle>
            <a:lvl1pPr algn="l">
              <a:defRPr/>
            </a:lvl1pPr>
          </a:lstStyle>
          <a:p>
            <a:fld id="{92BEA474-078D-4E9B-9B14-09A87B19DC46}" type="datetime1">
              <a:rPr lang="en-US" smtClean="0"/>
              <a:t>12/3/2025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458983" y="6446520"/>
            <a:ext cx="5334019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3A98EE3D-8CD1-4C3F-BD1C-C98C9596463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7118442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xmlns="" id="{DA134939-39C0-4522-A125-A13DFDA66490}"/>
              </a:ext>
            </a:extLst>
          </p:cNvPr>
          <p:cNvSpPr/>
          <p:nvPr/>
        </p:nvSpPr>
        <p:spPr>
          <a:xfrm>
            <a:off x="0" y="4578350"/>
            <a:ext cx="12188825" cy="227965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578350"/>
          </a:xfrm>
          <a:solidFill>
            <a:schemeClr val="bg1">
              <a:lumMod val="85000"/>
            </a:schemeClr>
          </a:solidFill>
        </p:spPr>
        <p:txBody>
          <a:bodyPr lIns="457200" tIns="45720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79" y="4799362"/>
            <a:ext cx="10113645" cy="743682"/>
          </a:xfrm>
        </p:spPr>
        <p:txBody>
          <a:bodyPr tIns="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79" y="5715000"/>
            <a:ext cx="10113264" cy="60960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8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4907D986-8816-4272-A432-0437A28A9828}" type="datetime1">
              <a:rPr lang="en-US" smtClean="0"/>
              <a:t>12/3/2025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097279" y="6446838"/>
            <a:ext cx="6818262" cy="365125"/>
          </a:xfrm>
        </p:spPr>
        <p:txBody>
          <a:bodyPr/>
          <a:lstStyle/>
          <a:p>
            <a:pPr algn="l"/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016137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xmlns="" id="{416A0E3C-60E6-4F39-BC55-5F7C224E1F7C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2108201"/>
            <a:ext cx="10058400" cy="3760891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218426" y="6446838"/>
            <a:ext cx="2584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rgbClr val="FFFFFF"/>
                </a:solidFill>
              </a:defRPr>
            </a:lvl1pPr>
          </a:lstStyle>
          <a:p>
            <a:fld id="{62D6E202-B606-4609-B914-27C9371A1F6D}" type="datetime1">
              <a:rPr lang="en-US" smtClean="0"/>
              <a:t>12/3/2025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97279" y="6446838"/>
            <a:ext cx="681826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cap="all" baseline="0">
                <a:solidFill>
                  <a:srgbClr val="FFFFFF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993582" y="6446838"/>
            <a:ext cx="7800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>
                <a:solidFill>
                  <a:srgbClr val="FFFFFF"/>
                </a:solidFill>
              </a:defRPr>
            </a:lvl1pPr>
          </a:lstStyle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xmlns="" id="{C5025DAC-8B93-4160-B017-3A274A5828C0}"/>
              </a:ext>
            </a:extLst>
          </p:cNvPr>
          <p:cNvCxnSpPr/>
          <p:nvPr/>
        </p:nvCxnSpPr>
        <p:spPr>
          <a:xfrm>
            <a:off x="1193532" y="1897380"/>
            <a:ext cx="996696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46030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700" i="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11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1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7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3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3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3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tmp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tmp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tmp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tmp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tmp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tmp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xmlns="" id="{A7A072AC-79A2-EA0B-013B-427C335BC574}"/>
              </a:ext>
            </a:extLst>
          </p:cNvPr>
          <p:cNvSpPr txBox="1">
            <a:spLocks/>
          </p:cNvSpPr>
          <p:nvPr/>
        </p:nvSpPr>
        <p:spPr>
          <a:xfrm>
            <a:off x="321020" y="3985681"/>
            <a:ext cx="1976370" cy="420624"/>
          </a:xfrm>
          <a:prstGeom prst="rect">
            <a:avLst/>
          </a:prstGeom>
          <a:solidFill>
            <a:schemeClr val="bg1"/>
          </a:solidFill>
        </p:spPr>
        <p:txBody>
          <a:bodyPr anchor="t">
            <a:normAutofit fontScale="92500"/>
          </a:bodyPr>
          <a:lstStyle>
            <a:lvl1pPr marL="91440" indent="-91440" algn="l" defTabSz="914400" rtl="0" eaLnBrk="1" latinLnBrk="0" hangingPunct="1">
              <a:lnSpc>
                <a:spcPct val="11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1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Char char="◦"/>
              <a:defRPr sz="17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Char char="◦"/>
              <a:defRPr sz="13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Char char="◦"/>
              <a:defRPr sz="13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Char char="◦"/>
              <a:defRPr sz="13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</a:pPr>
            <a:r>
              <a:rPr lang="en-US" sz="1600" dirty="0">
                <a:solidFill>
                  <a:schemeClr val="tx1"/>
                </a:solidFill>
              </a:rPr>
              <a:t>Arun </a:t>
            </a:r>
            <a:r>
              <a:rPr lang="en-US" dirty="0">
                <a:solidFill>
                  <a:schemeClr val="tx1"/>
                </a:solidFill>
              </a:rPr>
              <a:t>Kumar</a:t>
            </a:r>
            <a:r>
              <a:rPr lang="en-US" sz="1600" dirty="0">
                <a:solidFill>
                  <a:schemeClr val="tx1"/>
                </a:solidFill>
              </a:rPr>
              <a:t> | GUVI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xmlns="" id="{D44A12FD-70FB-5ABD-3126-6FCCFE21B74B}"/>
              </a:ext>
            </a:extLst>
          </p:cNvPr>
          <p:cNvCxnSpPr>
            <a:cxnSpLocks/>
          </p:cNvCxnSpPr>
          <p:nvPr/>
        </p:nvCxnSpPr>
        <p:spPr>
          <a:xfrm>
            <a:off x="434371" y="3901211"/>
            <a:ext cx="6915049" cy="2243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pic>
        <p:nvPicPr>
          <p:cNvPr id="8" name="Picture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86400" y="227186"/>
            <a:ext cx="6705600" cy="5807003"/>
          </a:xfrm>
          <a:prstGeom prst="rect">
            <a:avLst/>
          </a:prstGeom>
        </p:spPr>
      </p:pic>
      <p:sp>
        <p:nvSpPr>
          <p:cNvPr id="7" name="Title 1"/>
          <p:cNvSpPr txBox="1">
            <a:spLocks/>
          </p:cNvSpPr>
          <p:nvPr/>
        </p:nvSpPr>
        <p:spPr>
          <a:xfrm>
            <a:off x="256193" y="2492661"/>
            <a:ext cx="5564316" cy="1408550"/>
          </a:xfrm>
          <a:prstGeom prst="rect">
            <a:avLst/>
          </a:prstGeom>
        </p:spPr>
        <p:txBody>
          <a:bodyPr>
            <a:normAutofit fontScale="900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700" i="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 smtClean="0"/>
              <a:t>Live PM2.5 </a:t>
            </a:r>
            <a:r>
              <a:rPr lang="en-US" dirty="0" err="1" smtClean="0"/>
              <a:t>Nowcast</a:t>
            </a:r>
            <a:r>
              <a:rPr lang="en-US" dirty="0" smtClean="0"/>
              <a:t> and Forecast - </a:t>
            </a:r>
            <a:r>
              <a:rPr lang="en-US" sz="2700" dirty="0" smtClean="0"/>
              <a:t>Real-time Air Quality Forecasting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7709143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creen Clippi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0881" y="374016"/>
            <a:ext cx="10155067" cy="55824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597262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creen Clippi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14211" y="412512"/>
            <a:ext cx="6106377" cy="51537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50141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creen Clippi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43497" y="342110"/>
            <a:ext cx="9164329" cy="60682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0280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creen Clippi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0553" y="0"/>
            <a:ext cx="9128490" cy="61758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661375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creen Clippi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38966" y="246185"/>
            <a:ext cx="6860010" cy="57408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812254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creen Clippi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54735" y="0"/>
            <a:ext cx="4745203" cy="61731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15605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2E9B25F0-17DD-59F9-0973-2124347C02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50208" y="1850227"/>
            <a:ext cx="10058400" cy="1450757"/>
          </a:xfrm>
        </p:spPr>
        <p:txBody>
          <a:bodyPr>
            <a:normAutofit/>
          </a:bodyPr>
          <a:lstStyle/>
          <a:p>
            <a:r>
              <a:rPr lang="en-US" sz="5400" dirty="0"/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3530283901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">
  <a:themeElements>
    <a:clrScheme name="Custom 34">
      <a:dk1>
        <a:sysClr val="windowText" lastClr="000000"/>
      </a:dk1>
      <a:lt1>
        <a:sysClr val="window" lastClr="FFFFFF"/>
      </a:lt1>
      <a:dk2>
        <a:srgbClr val="39302A"/>
      </a:dk2>
      <a:lt2>
        <a:srgbClr val="E5DEDB"/>
      </a:lt2>
      <a:accent1>
        <a:srgbClr val="EC7016"/>
      </a:accent1>
      <a:accent2>
        <a:srgbClr val="F8931D"/>
      </a:accent2>
      <a:accent3>
        <a:srgbClr val="CE8D3E"/>
      </a:accent3>
      <a:accent4>
        <a:srgbClr val="E64823"/>
      </a:accent4>
      <a:accent5>
        <a:srgbClr val="FFCA08"/>
      </a:accent5>
      <a:accent6>
        <a:srgbClr val="9C6A6A"/>
      </a:accent6>
      <a:hlink>
        <a:srgbClr val="2998E3"/>
      </a:hlink>
      <a:folHlink>
        <a:srgbClr val="7F723D"/>
      </a:folHlink>
    </a:clrScheme>
    <a:fontScheme name="Retrospect">
      <a:majorFont>
        <a:latin typeface="Bookman Old Style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Franklin Gothic Book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VTI" id="{F5B7AB07-F859-4656-A1C1-DAFCFA0ACA4B}" vid="{A6E2497D-935A-4CFD-B9FD-6DCB15FA68BF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7" ma:contentTypeDescription="Create a new document." ma:contentTypeScope="" ma:versionID="c6f9a84f66a9c8b9a21755b9ffafb945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27df39e3e7036dff54f89ddd5805ce72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tatus xmlns="71af3243-3dd4-4a8d-8c0d-dd76da1f02a5">Not started</Status>
    <MediaServiceKeyPoints xmlns="71af3243-3dd4-4a8d-8c0d-dd76da1f02a5" xsi:nil="true"/>
    <_ip_UnifiedCompliancePolicyUIAction xmlns="http://schemas.microsoft.com/sharepoint/v3" xsi:nil="true"/>
    <Image xmlns="71af3243-3dd4-4a8d-8c0d-dd76da1f02a5">
      <Url xsi:nil="true"/>
      <Description xsi:nil="true"/>
    </Image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</documentManagement>
</p:properties>
</file>

<file path=customXml/itemProps1.xml><?xml version="1.0" encoding="utf-8"?>
<ds:datastoreItem xmlns:ds="http://schemas.openxmlformats.org/officeDocument/2006/customXml" ds:itemID="{D2957789-34B8-480C-AF9B-3EB54B9E5C96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AA3F7EDC-E5B4-4BBC-9D2A-CBE6D46C37AD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A03EEFF0-FB57-4CB4-8BFC-DF397689E2ED}">
  <ds:schemaRefs>
    <ds:schemaRef ds:uri="230e9df3-be65-4c73-a93b-d1236ebd677e"/>
    <ds:schemaRef ds:uri="http://schemas.openxmlformats.org/package/2006/metadata/core-properties"/>
    <ds:schemaRef ds:uri="16c05727-aa75-4e4a-9b5f-8a80a1165891"/>
    <ds:schemaRef ds:uri="http://purl.org/dc/terms/"/>
    <ds:schemaRef ds:uri="http://schemas.microsoft.com/office/infopath/2007/PartnerControls"/>
    <ds:schemaRef ds:uri="http://schemas.microsoft.com/office/2006/documentManagement/types"/>
    <ds:schemaRef ds:uri="71af3243-3dd4-4a8d-8c0d-dd76da1f02a5"/>
    <ds:schemaRef ds:uri="http://purl.org/dc/elements/1.1/"/>
    <ds:schemaRef ds:uri="http://schemas.microsoft.com/office/2006/metadata/properties"/>
    <ds:schemaRef ds:uri="http://schemas.microsoft.com/sharepoint/v3"/>
    <ds:schemaRef ds:uri="http://www.w3.org/XML/1998/namespace"/>
    <ds:schemaRef ds:uri="http://purl.org/dc/dcmitype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{FD8EDCB1-04B7-45DB-8B0C-7EA13B62FD4C}TFb63a7776-4452-49b2-8055-21efce632b726e3c8758_win32-7d1db0309ca7</Template>
  <TotalTime>60</TotalTime>
  <Words>16</Words>
  <Application>Microsoft Office PowerPoint</Application>
  <PresentationFormat>Widescreen</PresentationFormat>
  <Paragraphs>3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Bookman Old Style</vt:lpstr>
      <vt:lpstr>Calibri</vt:lpstr>
      <vt:lpstr>Franklin Gothic Book</vt:lpstr>
      <vt:lpstr>Custom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Thank You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Admin</dc:creator>
  <cp:lastModifiedBy>JN One</cp:lastModifiedBy>
  <cp:revision>4</cp:revision>
  <dcterms:created xsi:type="dcterms:W3CDTF">2025-08-29T17:23:21Z</dcterms:created>
  <dcterms:modified xsi:type="dcterms:W3CDTF">2025-12-03T13:13:31Z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